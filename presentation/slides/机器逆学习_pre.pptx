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375eae70484fdd" /><Relationship Type="http://schemas.openxmlformats.org/officeDocument/2006/relationships/extended-properties" Target="/docProps/app.xml" Id="Rd545258981fb458b" /><Relationship Type="http://schemas.openxmlformats.org/officeDocument/2006/relationships/officeDocument" Target="/ppt/presentation.xml" Id="R244a2f02422a4f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8e0fdf56264634"/>
  </p:sldMasterIdLst>
  <p:notesMasterIdLst>
    <p:notesMasterId xmlns:r="http://schemas.openxmlformats.org/officeDocument/2006/relationships" r:id="R15a419aea1e14f27"/>
  </p:notesMasterIdLst>
  <p:sldIdLst>
    <p:sldId xmlns:r="http://schemas.openxmlformats.org/officeDocument/2006/relationships" id="256" r:id="Rd0b9701b71f84ac5"/>
    <p:sldId xmlns:r="http://schemas.openxmlformats.org/officeDocument/2006/relationships" id="257" r:id="R11a1bad1900a4d1d"/>
    <p:sldId xmlns:r="http://schemas.openxmlformats.org/officeDocument/2006/relationships" id="258" r:id="R1788826868ca4e68"/>
    <p:sldId xmlns:r="http://schemas.openxmlformats.org/officeDocument/2006/relationships" id="259" r:id="R15289f3fbadf41a0"/>
    <p:sldId xmlns:r="http://schemas.openxmlformats.org/officeDocument/2006/relationships" id="260" r:id="R4d2ad1cf6ab6487f"/>
    <p:sldId xmlns:r="http://schemas.openxmlformats.org/officeDocument/2006/relationships" id="261" r:id="R4b4ad9c6e04b42e4"/>
    <p:sldId xmlns:r="http://schemas.openxmlformats.org/officeDocument/2006/relationships" id="262" r:id="Ree621dde78d042aa"/>
    <p:sldId xmlns:r="http://schemas.openxmlformats.org/officeDocument/2006/relationships" id="263" r:id="R0ee79d65fbf844e1"/>
    <p:sldId xmlns:r="http://schemas.openxmlformats.org/officeDocument/2006/relationships" id="264" r:id="R62b74098451143fb"/>
    <p:sldId xmlns:r="http://schemas.openxmlformats.org/officeDocument/2006/relationships" id="265" r:id="Rd0b287059e244eb8"/>
    <p:sldId xmlns:r="http://schemas.openxmlformats.org/officeDocument/2006/relationships" id="266" r:id="R1f4e2938b9f947d6"/>
    <p:sldId xmlns:r="http://schemas.openxmlformats.org/officeDocument/2006/relationships" id="267" r:id="Rbafdcb8320234c9c"/>
    <p:sldId xmlns:r="http://schemas.openxmlformats.org/officeDocument/2006/relationships" id="268" r:id="R0b413bd1afed4ffb"/>
    <p:sldId xmlns:r="http://schemas.openxmlformats.org/officeDocument/2006/relationships" id="269" r:id="Rdb780668c99941b8"/>
    <p:sldId xmlns:r="http://schemas.openxmlformats.org/officeDocument/2006/relationships" id="270" r:id="R3aabd1de52ea4daf"/>
    <p:sldId xmlns:r="http://schemas.openxmlformats.org/officeDocument/2006/relationships" id="271" r:id="R7b20c33eb9114f7a"/>
    <p:sldId xmlns:r="http://schemas.openxmlformats.org/officeDocument/2006/relationships" id="272" r:id="Rc7a26adbeb514ef0"/>
    <p:sldId xmlns:r="http://schemas.openxmlformats.org/officeDocument/2006/relationships" id="273" r:id="Rfdf09bc2c18e46eb"/>
    <p:sldId xmlns:r="http://schemas.openxmlformats.org/officeDocument/2006/relationships" id="274" r:id="R238557af420f4919"/>
    <p:sldId xmlns:r="http://schemas.openxmlformats.org/officeDocument/2006/relationships" id="275" r:id="R6e90560140794d32"/>
    <p:sldId xmlns:r="http://schemas.openxmlformats.org/officeDocument/2006/relationships" id="276" r:id="R94a51949f5e94272"/>
    <p:sldId xmlns:r="http://schemas.openxmlformats.org/officeDocument/2006/relationships" id="277" r:id="Rf48e1bdd968e4dcc"/>
    <p:sldId xmlns:r="http://schemas.openxmlformats.org/officeDocument/2006/relationships" id="278" r:id="R2a2475acefb24d33"/>
    <p:sldId xmlns:r="http://schemas.openxmlformats.org/officeDocument/2006/relationships" id="279" r:id="R61efe498bb2f452f"/>
    <p:sldId xmlns:r="http://schemas.openxmlformats.org/officeDocument/2006/relationships" id="280" r:id="Raad59cefa9f94e45"/>
    <p:sldId xmlns:r="http://schemas.openxmlformats.org/officeDocument/2006/relationships" id="281" r:id="R6adf4d263d384ead"/>
    <p:sldId xmlns:r="http://schemas.openxmlformats.org/officeDocument/2006/relationships" id="282" r:id="R3bffe65a32c04317"/>
    <p:sldId xmlns:r="http://schemas.openxmlformats.org/officeDocument/2006/relationships" id="283" r:id="R97bae1bb425840cb"/>
    <p:sldId xmlns:r="http://schemas.openxmlformats.org/officeDocument/2006/relationships" id="284" r:id="Raba4510c481a443f"/>
    <p:sldId xmlns:r="http://schemas.openxmlformats.org/officeDocument/2006/relationships" id="285" r:id="R2e4a815259004261"/>
    <p:sldId xmlns:r="http://schemas.openxmlformats.org/officeDocument/2006/relationships" id="286" r:id="R01c81bbc2a5841c3"/>
    <p:sldId xmlns:r="http://schemas.openxmlformats.org/officeDocument/2006/relationships" id="287" r:id="R0c055f92b61e43ee"/>
    <p:sldId xmlns:r="http://schemas.openxmlformats.org/officeDocument/2006/relationships" id="288" r:id="Rd24c808497bd4897"/>
    <p:sldId xmlns:r="http://schemas.openxmlformats.org/officeDocument/2006/relationships" id="289" r:id="R152e7dee34a24f4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06d75630f64cb3" /><Relationship Type="http://schemas.openxmlformats.org/officeDocument/2006/relationships/slideMaster" Target="/ppt/slideMasters/slideMaster1.xml" Id="R668e0fdf56264634" /><Relationship Type="http://schemas.openxmlformats.org/officeDocument/2006/relationships/notesMaster" Target="/ppt/notesMasters/notesMaster1.xml" Id="R15a419aea1e14f27" /><Relationship Type="http://schemas.openxmlformats.org/officeDocument/2006/relationships/presProps" Target="/ppt/presProps.xml" Id="Rb0b229f098944a48" /><Relationship Type="http://schemas.openxmlformats.org/officeDocument/2006/relationships/tableStyles" Target="/ppt/tableStyles.xml" Id="Rf4bcc49ad8e14aec" /><Relationship Type="http://schemas.openxmlformats.org/officeDocument/2006/relationships/slide" Target="/ppt/slides/slide1.xml" Id="Rd0b9701b71f84ac5" /><Relationship Type="http://schemas.openxmlformats.org/officeDocument/2006/relationships/slide" Target="/ppt/slides/slide2.xml" Id="R11a1bad1900a4d1d" /><Relationship Type="http://schemas.openxmlformats.org/officeDocument/2006/relationships/slide" Target="/ppt/slides/slide3.xml" Id="R1788826868ca4e68" /><Relationship Type="http://schemas.openxmlformats.org/officeDocument/2006/relationships/slide" Target="/ppt/slides/slide4.xml" Id="R15289f3fbadf41a0" /><Relationship Type="http://schemas.openxmlformats.org/officeDocument/2006/relationships/slide" Target="/ppt/slides/slide5.xml" Id="R4d2ad1cf6ab6487f" /><Relationship Type="http://schemas.openxmlformats.org/officeDocument/2006/relationships/slide" Target="/ppt/slides/slide6.xml" Id="R4b4ad9c6e04b42e4" /><Relationship Type="http://schemas.openxmlformats.org/officeDocument/2006/relationships/slide" Target="/ppt/slides/slide7.xml" Id="Ree621dde78d042aa" /><Relationship Type="http://schemas.openxmlformats.org/officeDocument/2006/relationships/slide" Target="/ppt/slides/slide8.xml" Id="R0ee79d65fbf844e1" /><Relationship Type="http://schemas.openxmlformats.org/officeDocument/2006/relationships/slide" Target="/ppt/slides/slide9.xml" Id="R62b74098451143fb" /><Relationship Type="http://schemas.openxmlformats.org/officeDocument/2006/relationships/slide" Target="/ppt/slides/slide10.xml" Id="Rd0b287059e244eb8" /><Relationship Type="http://schemas.openxmlformats.org/officeDocument/2006/relationships/slide" Target="/ppt/slides/slide11.xml" Id="R1f4e2938b9f947d6" /><Relationship Type="http://schemas.openxmlformats.org/officeDocument/2006/relationships/slide" Target="/ppt/slides/slide12.xml" Id="Rbafdcb8320234c9c" /><Relationship Type="http://schemas.openxmlformats.org/officeDocument/2006/relationships/slide" Target="/ppt/slides/slide13.xml" Id="R0b413bd1afed4ffb" /><Relationship Type="http://schemas.openxmlformats.org/officeDocument/2006/relationships/slide" Target="/ppt/slides/slide14.xml" Id="Rdb780668c99941b8" /><Relationship Type="http://schemas.openxmlformats.org/officeDocument/2006/relationships/slide" Target="/ppt/slides/slide15.xml" Id="R3aabd1de52ea4daf" /><Relationship Type="http://schemas.openxmlformats.org/officeDocument/2006/relationships/slide" Target="/ppt/slides/slide16.xml" Id="R7b20c33eb9114f7a" /><Relationship Type="http://schemas.openxmlformats.org/officeDocument/2006/relationships/slide" Target="/ppt/slides/slide17.xml" Id="Rc7a26adbeb514ef0" /><Relationship Type="http://schemas.openxmlformats.org/officeDocument/2006/relationships/slide" Target="/ppt/slides/slide18.xml" Id="Rfdf09bc2c18e46eb" /><Relationship Type="http://schemas.openxmlformats.org/officeDocument/2006/relationships/slide" Target="/ppt/slides/slide19.xml" Id="R238557af420f4919" /><Relationship Type="http://schemas.openxmlformats.org/officeDocument/2006/relationships/slide" Target="/ppt/slides/slide20.xml" Id="R6e90560140794d32" /><Relationship Type="http://schemas.openxmlformats.org/officeDocument/2006/relationships/slide" Target="/ppt/slides/slide21.xml" Id="R94a51949f5e94272" /><Relationship Type="http://schemas.openxmlformats.org/officeDocument/2006/relationships/slide" Target="/ppt/slides/slide22.xml" Id="Rf48e1bdd968e4dcc" /><Relationship Type="http://schemas.openxmlformats.org/officeDocument/2006/relationships/slide" Target="/ppt/slides/slide23.xml" Id="R2a2475acefb24d33" /><Relationship Type="http://schemas.openxmlformats.org/officeDocument/2006/relationships/slide" Target="/ppt/slides/slide24.xml" Id="R61efe498bb2f452f" /><Relationship Type="http://schemas.openxmlformats.org/officeDocument/2006/relationships/slide" Target="/ppt/slides/slide25.xml" Id="Raad59cefa9f94e45" /><Relationship Type="http://schemas.openxmlformats.org/officeDocument/2006/relationships/slide" Target="/ppt/slides/slide26.xml" Id="R6adf4d263d384ead" /><Relationship Type="http://schemas.openxmlformats.org/officeDocument/2006/relationships/slide" Target="/ppt/slides/slide27.xml" Id="R3bffe65a32c04317" /><Relationship Type="http://schemas.openxmlformats.org/officeDocument/2006/relationships/slide" Target="/ppt/slides/slide28.xml" Id="R97bae1bb425840cb" /><Relationship Type="http://schemas.openxmlformats.org/officeDocument/2006/relationships/slide" Target="/ppt/slides/slide29.xml" Id="Raba4510c481a443f" /><Relationship Type="http://schemas.openxmlformats.org/officeDocument/2006/relationships/slide" Target="/ppt/slides/slide30.xml" Id="R2e4a815259004261" /><Relationship Type="http://schemas.openxmlformats.org/officeDocument/2006/relationships/slide" Target="/ppt/slides/slide31.xml" Id="R01c81bbc2a5841c3" /><Relationship Type="http://schemas.openxmlformats.org/officeDocument/2006/relationships/slide" Target="/ppt/slides/slide32.xml" Id="R0c055f92b61e43ee" /><Relationship Type="http://schemas.openxmlformats.org/officeDocument/2006/relationships/slide" Target="/ppt/slides/slide33.xml" Id="Rd24c808497bd4897" /><Relationship Type="http://schemas.openxmlformats.org/officeDocument/2006/relationships/slide" Target="/ppt/slides/slide34.xml" Id="R152e7dee34a24f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6467d9da9f46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29afc8f3554bc5" /><Relationship Type="http://schemas.openxmlformats.org/officeDocument/2006/relationships/notesMaster" Target="/ppt/notesMasters/notesMaster1.xml" Id="R7572d982f08b46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a7f9719acf44b8" /><Relationship Type="http://schemas.openxmlformats.org/officeDocument/2006/relationships/notesMaster" Target="/ppt/notesMasters/notesMaster1.xml" Id="Ra0f210e1b4c14e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7cbafbf2b94b2d" /><Relationship Type="http://schemas.openxmlformats.org/officeDocument/2006/relationships/notesMaster" Target="/ppt/notesMasters/notesMaster1.xml" Id="Ra73bfb523ca84b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3e5e00995047a7" /><Relationship Type="http://schemas.openxmlformats.org/officeDocument/2006/relationships/notesMaster" Target="/ppt/notesMasters/notesMaster1.xml" Id="Rc7165402a6284f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197b5b05fb4a67" /><Relationship Type="http://schemas.openxmlformats.org/officeDocument/2006/relationships/notesMaster" Target="/ppt/notesMasters/notesMaster1.xml" Id="Rf3c982e98f774a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baabbc647141ce" /><Relationship Type="http://schemas.openxmlformats.org/officeDocument/2006/relationships/notesMaster" Target="/ppt/notesMasters/notesMaster1.xml" Id="Rf277daa5b4234c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2b11c9375b4c2a" /><Relationship Type="http://schemas.openxmlformats.org/officeDocument/2006/relationships/notesMaster" Target="/ppt/notesMasters/notesMaster1.xml" Id="R5b5ee741f74345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acff22967d4c06" /><Relationship Type="http://schemas.openxmlformats.org/officeDocument/2006/relationships/notesMaster" Target="/ppt/notesMasters/notesMaster1.xml" Id="R2d4e080b7d3a4f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03a183de9b4f6c" /><Relationship Type="http://schemas.openxmlformats.org/officeDocument/2006/relationships/notesMaster" Target="/ppt/notesMasters/notesMaster1.xml" Id="Ra79f3dccd49347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df454d41b8434c" /><Relationship Type="http://schemas.openxmlformats.org/officeDocument/2006/relationships/notesMaster" Target="/ppt/notesMasters/notesMaster1.xml" Id="R0f0c153a130049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cf8e9c4e784c3b" /><Relationship Type="http://schemas.openxmlformats.org/officeDocument/2006/relationships/notesMaster" Target="/ppt/notesMasters/notesMaster1.xml" Id="Rf1bbc127f08343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88085ff66d46fc" /><Relationship Type="http://schemas.openxmlformats.org/officeDocument/2006/relationships/notesMaster" Target="/ppt/notesMasters/notesMaster1.xml" Id="R499e1cadfd0a4f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cfbda1bc0e46c7" /><Relationship Type="http://schemas.openxmlformats.org/officeDocument/2006/relationships/notesMaster" Target="/ppt/notesMasters/notesMaster1.xml" Id="Rb2b989557b4f45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4effb61f4940ec" /><Relationship Type="http://schemas.openxmlformats.org/officeDocument/2006/relationships/notesMaster" Target="/ppt/notesMasters/notesMaster1.xml" Id="R3879af59797744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16fbf279a04676" /><Relationship Type="http://schemas.openxmlformats.org/officeDocument/2006/relationships/notesMaster" Target="/ppt/notesMasters/notesMaster1.xml" Id="Re45d00c6f8194b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4909afa37e42a2" /><Relationship Type="http://schemas.openxmlformats.org/officeDocument/2006/relationships/notesMaster" Target="/ppt/notesMasters/notesMaster1.xml" Id="R6af099fb57df408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569aa706969449e" /><Relationship Type="http://schemas.openxmlformats.org/officeDocument/2006/relationships/notesMaster" Target="/ppt/notesMasters/notesMaster1.xml" Id="R40f88b934eff41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f4b51c50574cfa" /><Relationship Type="http://schemas.openxmlformats.org/officeDocument/2006/relationships/notesMaster" Target="/ppt/notesMasters/notesMaster1.xml" Id="R7c9bc8d456f44c6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0ab0fc865c648c4" /><Relationship Type="http://schemas.openxmlformats.org/officeDocument/2006/relationships/notesMaster" Target="/ppt/notesMasters/notesMaster1.xml" Id="R93cfe8ccbe0b43a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131678a1e1c45a0" /><Relationship Type="http://schemas.openxmlformats.org/officeDocument/2006/relationships/notesMaster" Target="/ppt/notesMasters/notesMaster1.xml" Id="R35c8ef074b7e404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c21d8d5c5e34dc3" /><Relationship Type="http://schemas.openxmlformats.org/officeDocument/2006/relationships/notesMaster" Target="/ppt/notesMasters/notesMaster1.xml" Id="Rf4447a6f94cc463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ca8b57529a54f34" /><Relationship Type="http://schemas.openxmlformats.org/officeDocument/2006/relationships/notesMaster" Target="/ppt/notesMasters/notesMaster1.xml" Id="R82f83a694a0f4db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892111d505e40e6" /><Relationship Type="http://schemas.openxmlformats.org/officeDocument/2006/relationships/notesMaster" Target="/ppt/notesMasters/notesMaster1.xml" Id="Rf79d787c38774f0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05a0642e5774f62" /><Relationship Type="http://schemas.openxmlformats.org/officeDocument/2006/relationships/notesMaster" Target="/ppt/notesMasters/notesMaster1.xml" Id="R653038c8f19f44d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28f76eab5a14358" /><Relationship Type="http://schemas.openxmlformats.org/officeDocument/2006/relationships/notesMaster" Target="/ppt/notesMasters/notesMaster1.xml" Id="R3bc0d97f1ed4401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15085be701e4a83" /><Relationship Type="http://schemas.openxmlformats.org/officeDocument/2006/relationships/notesMaster" Target="/ppt/notesMasters/notesMaster1.xml" Id="Rf2c53f53f5334fd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58f93f423ea461a" /><Relationship Type="http://schemas.openxmlformats.org/officeDocument/2006/relationships/notesMaster" Target="/ppt/notesMasters/notesMaster1.xml" Id="R5fb2698f42244d1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5a5031701914bbf" /><Relationship Type="http://schemas.openxmlformats.org/officeDocument/2006/relationships/notesMaster" Target="/ppt/notesMasters/notesMaster1.xml" Id="R5bee51c24d9b49e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604f10aaaf9416a" /><Relationship Type="http://schemas.openxmlformats.org/officeDocument/2006/relationships/notesMaster" Target="/ppt/notesMasters/notesMaster1.xml" Id="Raa14460bc51948d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68c989a5c0049d3" /><Relationship Type="http://schemas.openxmlformats.org/officeDocument/2006/relationships/notesMaster" Target="/ppt/notesMasters/notesMaster1.xml" Id="R1f5f176354b049f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41f9aa3241f4a1f" /><Relationship Type="http://schemas.openxmlformats.org/officeDocument/2006/relationships/notesMaster" Target="/ppt/notesMasters/notesMaster1.xml" Id="R2ae799ac071a4b4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35417c28a434251" /><Relationship Type="http://schemas.openxmlformats.org/officeDocument/2006/relationships/notesMaster" Target="/ppt/notesMasters/notesMaster1.xml" Id="R802f6f75b8f3477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1287e1a55534bee" /><Relationship Type="http://schemas.openxmlformats.org/officeDocument/2006/relationships/notesMaster" Target="/ppt/notesMasters/notesMaster1.xml" Id="R501890120fde4d3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b73bfdd87094676" /><Relationship Type="http://schemas.openxmlformats.org/officeDocument/2006/relationships/notesMaster" Target="/ppt/notesMasters/notesMaster1.xml" Id="R530bc7875c974b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0c275a1da44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abe0c982174bf7" /><Relationship Type="http://schemas.openxmlformats.org/officeDocument/2006/relationships/slideLayout" Target="/ppt/slideLayouts/slideLayout1.xml" Id="R8f88eed4ee2143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88eed4ee2143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b5db0ac304b4c" /><Relationship Type="http://schemas.openxmlformats.org/officeDocument/2006/relationships/image" Target="/ppt/media/image.png" Id="R11e141d7bdc14797" /><Relationship Type="http://schemas.openxmlformats.org/officeDocument/2006/relationships/notesSlide" Target="/ppt/notesSlides/notesSlide1.xml" Id="R228d7f6dafb446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f4d716cc44fbd" /><Relationship Type="http://schemas.openxmlformats.org/officeDocument/2006/relationships/image" Target="/ppt/media/image2.png" Id="R8c7cf44c74df480f" /><Relationship Type="http://schemas.openxmlformats.org/officeDocument/2006/relationships/notesSlide" Target="/ppt/notesSlides/notesSlide2.xml" Id="R49a9854e0efd45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566d551b24cf3" /><Relationship Type="http://schemas.openxmlformats.org/officeDocument/2006/relationships/image" Target="/ppt/media/image3.png" Id="Rcae9a1b5d0194e32" /><Relationship Type="http://schemas.openxmlformats.org/officeDocument/2006/relationships/notesSlide" Target="/ppt/notesSlides/notesSlide3.xml" Id="Re68356041dc043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01977c3514123" /><Relationship Type="http://schemas.openxmlformats.org/officeDocument/2006/relationships/image" Target="/ppt/media/image4.png" Id="Ra2f74cc60f324941" /><Relationship Type="http://schemas.openxmlformats.org/officeDocument/2006/relationships/notesSlide" Target="/ppt/notesSlides/notesSlide4.xml" Id="Re823838ecb2844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d1a3a1ad04ad1" /><Relationship Type="http://schemas.openxmlformats.org/officeDocument/2006/relationships/image" Target="/ppt/media/image5.png" Id="R8feb0481d883461a" /><Relationship Type="http://schemas.openxmlformats.org/officeDocument/2006/relationships/notesSlide" Target="/ppt/notesSlides/notesSlide5.xml" Id="Rcc2ef2a05a6f4d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12369c7c64e4d" /><Relationship Type="http://schemas.openxmlformats.org/officeDocument/2006/relationships/image" Target="/ppt/media/image6.png" Id="R7d59323e3e8a43e6" /><Relationship Type="http://schemas.openxmlformats.org/officeDocument/2006/relationships/notesSlide" Target="/ppt/notesSlides/notesSlide6.xml" Id="Ra706379b12cf48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9acbf90ff416d" /><Relationship Type="http://schemas.openxmlformats.org/officeDocument/2006/relationships/image" Target="/ppt/media/image7.png" Id="R9a50e8f7728e47fc" /><Relationship Type="http://schemas.openxmlformats.org/officeDocument/2006/relationships/notesSlide" Target="/ppt/notesSlides/notesSlide7.xml" Id="R064b67ba8db140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5e2064b104307" /><Relationship Type="http://schemas.openxmlformats.org/officeDocument/2006/relationships/image" Target="/ppt/media/image8.png" Id="R00c4dbc56c514d9f" /><Relationship Type="http://schemas.openxmlformats.org/officeDocument/2006/relationships/notesSlide" Target="/ppt/notesSlides/notesSlide8.xml" Id="Rdccb5c9eae2a4c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47643d21941c4" /><Relationship Type="http://schemas.openxmlformats.org/officeDocument/2006/relationships/image" Target="/ppt/media/image9.png" Id="R854ffde3cb4a416d" /><Relationship Type="http://schemas.openxmlformats.org/officeDocument/2006/relationships/notesSlide" Target="/ppt/notesSlides/notesSlide9.xml" Id="R654d6a8ab30d48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3b3551d064beb" /><Relationship Type="http://schemas.openxmlformats.org/officeDocument/2006/relationships/image" Target="/ppt/media/image10.png" Id="R41277bf77e4e4a22" /><Relationship Type="http://schemas.openxmlformats.org/officeDocument/2006/relationships/notesSlide" Target="/ppt/notesSlides/notesSlide10.xml" Id="R9ae3ed52657348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5f58a9aca4bb7" /><Relationship Type="http://schemas.openxmlformats.org/officeDocument/2006/relationships/image" Target="/ppt/media/image11.png" Id="Rf189d21f22cb4f61" /><Relationship Type="http://schemas.openxmlformats.org/officeDocument/2006/relationships/notesSlide" Target="/ppt/notesSlides/notesSlide11.xml" Id="R49a3d1c416944d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7878e6cd64ef8" /><Relationship Type="http://schemas.openxmlformats.org/officeDocument/2006/relationships/image" Target="/ppt/media/image12.png" Id="R2ade1a63517e4d7d" /><Relationship Type="http://schemas.openxmlformats.org/officeDocument/2006/relationships/notesSlide" Target="/ppt/notesSlides/notesSlide12.xml" Id="R3c2df704772e49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ccfacb5664c5c" /><Relationship Type="http://schemas.openxmlformats.org/officeDocument/2006/relationships/image" Target="/ppt/media/image13.png" Id="Rca2486d792d44450" /><Relationship Type="http://schemas.openxmlformats.org/officeDocument/2006/relationships/notesSlide" Target="/ppt/notesSlides/notesSlide13.xml" Id="Rcf71eedead134b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acb4845254692" /><Relationship Type="http://schemas.openxmlformats.org/officeDocument/2006/relationships/image" Target="/ppt/media/image14.png" Id="R0abf5cf8e51948f1" /><Relationship Type="http://schemas.openxmlformats.org/officeDocument/2006/relationships/notesSlide" Target="/ppt/notesSlides/notesSlide14.xml" Id="R3cf0d88ca0354d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92e147dae4838" /><Relationship Type="http://schemas.openxmlformats.org/officeDocument/2006/relationships/image" Target="/ppt/media/image15.png" Id="R19e34863eef943e2" /><Relationship Type="http://schemas.openxmlformats.org/officeDocument/2006/relationships/notesSlide" Target="/ppt/notesSlides/notesSlide15.xml" Id="Rb78fc826a0804a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d4ffcf9724fea" /><Relationship Type="http://schemas.openxmlformats.org/officeDocument/2006/relationships/image" Target="/ppt/media/image16.png" Id="Rde79c08e572e47bd" /><Relationship Type="http://schemas.openxmlformats.org/officeDocument/2006/relationships/notesSlide" Target="/ppt/notesSlides/notesSlide16.xml" Id="Rdc7274ecfb6743e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65c9d5c4a4db4" /><Relationship Type="http://schemas.openxmlformats.org/officeDocument/2006/relationships/image" Target="/ppt/media/image17.png" Id="R79c4f3c89ade40b3" /><Relationship Type="http://schemas.openxmlformats.org/officeDocument/2006/relationships/notesSlide" Target="/ppt/notesSlides/notesSlide17.xml" Id="R7c1baebef6de4fd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67d4ca4f540c7" /><Relationship Type="http://schemas.openxmlformats.org/officeDocument/2006/relationships/image" Target="/ppt/media/image18.png" Id="R8b3ecd8349b24a2a" /><Relationship Type="http://schemas.openxmlformats.org/officeDocument/2006/relationships/notesSlide" Target="/ppt/notesSlides/notesSlide18.xml" Id="R293c5e4e7d1d448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c6fa2d7c14289" /><Relationship Type="http://schemas.openxmlformats.org/officeDocument/2006/relationships/image" Target="/ppt/media/image19.png" Id="R94a810ea313c4301" /><Relationship Type="http://schemas.openxmlformats.org/officeDocument/2006/relationships/notesSlide" Target="/ppt/notesSlides/notesSlide19.xml" Id="R850ac2d409a1461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bc335c1994b85" /><Relationship Type="http://schemas.openxmlformats.org/officeDocument/2006/relationships/image" Target="/ppt/media/image20.png" Id="R49ba0dc651984451" /><Relationship Type="http://schemas.openxmlformats.org/officeDocument/2006/relationships/notesSlide" Target="/ppt/notesSlides/notesSlide20.xml" Id="R988c4f3d54ff493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71635c3ca46ab" /><Relationship Type="http://schemas.openxmlformats.org/officeDocument/2006/relationships/image" Target="/ppt/media/image21.png" Id="R465185b92d824b4b" /><Relationship Type="http://schemas.openxmlformats.org/officeDocument/2006/relationships/notesSlide" Target="/ppt/notesSlides/notesSlide21.xml" Id="R50f203c4460c42c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6c49407294ddf" /><Relationship Type="http://schemas.openxmlformats.org/officeDocument/2006/relationships/image" Target="/ppt/media/image22.png" Id="Rc41aa569aa2d4058" /><Relationship Type="http://schemas.openxmlformats.org/officeDocument/2006/relationships/notesSlide" Target="/ppt/notesSlides/notesSlide22.xml" Id="Rb9af7ff27ccd49b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e3d0055354a2c" /><Relationship Type="http://schemas.openxmlformats.org/officeDocument/2006/relationships/image" Target="/ppt/media/image23.png" Id="R7b28bcf554ee4c73" /><Relationship Type="http://schemas.openxmlformats.org/officeDocument/2006/relationships/notesSlide" Target="/ppt/notesSlides/notesSlide23.xml" Id="Rf02dee0ea68a48a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0b737c9a94d8c" /><Relationship Type="http://schemas.openxmlformats.org/officeDocument/2006/relationships/image" Target="/ppt/media/image24.png" Id="R6a05768e8aad4ee9" /><Relationship Type="http://schemas.openxmlformats.org/officeDocument/2006/relationships/notesSlide" Target="/ppt/notesSlides/notesSlide24.xml" Id="R153d44d96d53473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c0e0e011f412f" /><Relationship Type="http://schemas.openxmlformats.org/officeDocument/2006/relationships/image" Target="/ppt/media/image25.png" Id="Rd7ebf66756d148ff" /><Relationship Type="http://schemas.openxmlformats.org/officeDocument/2006/relationships/notesSlide" Target="/ppt/notesSlides/notesSlide25.xml" Id="R689c9b0fb5bd40b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b2f88e4c24ce5" /><Relationship Type="http://schemas.openxmlformats.org/officeDocument/2006/relationships/image" Target="/ppt/media/image26.png" Id="Ra47ddd9e331b486c" /><Relationship Type="http://schemas.openxmlformats.org/officeDocument/2006/relationships/notesSlide" Target="/ppt/notesSlides/notesSlide26.xml" Id="Rf6d4c228e3b1476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56ea01e1b4cf5" /><Relationship Type="http://schemas.openxmlformats.org/officeDocument/2006/relationships/image" Target="/ppt/media/image27.png" Id="R8f09493a1fe8413e" /><Relationship Type="http://schemas.openxmlformats.org/officeDocument/2006/relationships/notesSlide" Target="/ppt/notesSlides/notesSlide27.xml" Id="Rdcc08c4847d640e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5522240254fec" /><Relationship Type="http://schemas.openxmlformats.org/officeDocument/2006/relationships/image" Target="/ppt/media/image28.png" Id="R9bcaf91084f345cc" /><Relationship Type="http://schemas.openxmlformats.org/officeDocument/2006/relationships/notesSlide" Target="/ppt/notesSlides/notesSlide28.xml" Id="R70baea49c515400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98affc52c4f77" /><Relationship Type="http://schemas.openxmlformats.org/officeDocument/2006/relationships/image" Target="/ppt/media/image29.png" Id="Rb788bfb1fc8048ba" /><Relationship Type="http://schemas.openxmlformats.org/officeDocument/2006/relationships/notesSlide" Target="/ppt/notesSlides/notesSlide29.xml" Id="Ra6249ab294b24c8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074175cc64c0f" /><Relationship Type="http://schemas.openxmlformats.org/officeDocument/2006/relationships/image" Target="/ppt/media/image30.png" Id="Rca5356ee4f954c5d" /><Relationship Type="http://schemas.openxmlformats.org/officeDocument/2006/relationships/notesSlide" Target="/ppt/notesSlides/notesSlide30.xml" Id="R773fd8bdce424fe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905f553fd4d32" /><Relationship Type="http://schemas.openxmlformats.org/officeDocument/2006/relationships/image" Target="/ppt/media/image31.png" Id="R55c1ac69b3394d70" /><Relationship Type="http://schemas.openxmlformats.org/officeDocument/2006/relationships/notesSlide" Target="/ppt/notesSlides/notesSlide31.xml" Id="R940162e3bdb246c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6067d53f64f50" /><Relationship Type="http://schemas.openxmlformats.org/officeDocument/2006/relationships/image" Target="/ppt/media/image32.png" Id="R6b4df084c28347e4" /><Relationship Type="http://schemas.openxmlformats.org/officeDocument/2006/relationships/notesSlide" Target="/ppt/notesSlides/notesSlide32.xml" Id="R70e6d7447bd947b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b3eae3076415e" /><Relationship Type="http://schemas.openxmlformats.org/officeDocument/2006/relationships/image" Target="/ppt/media/image33.png" Id="R012434ad87b24bce" /><Relationship Type="http://schemas.openxmlformats.org/officeDocument/2006/relationships/notesSlide" Target="/ppt/notesSlides/notesSlide33.xml" Id="R1227c9b4d12c4f5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d00ed9e7c4fd9" /><Relationship Type="http://schemas.openxmlformats.org/officeDocument/2006/relationships/image" Target="/ppt/media/image34.png" Id="R401159dcc8874412" /><Relationship Type="http://schemas.openxmlformats.org/officeDocument/2006/relationships/notesSlide" Target="/ppt/notesSlides/notesSlide34.xml" Id="R39b1b45f845145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141d7bdc14797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497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cf44c74df480f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1790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9a1b5d0194e32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892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74cc60f324941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231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b0481d883461a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529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9323e3e8a43e6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8609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0e8f7728e47fc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0074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4dbc56c514d9f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968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ffde3cb4a416d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493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77bf77e4e4a22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0277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9d21f22cb4f61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910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e1a63517e4d7d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412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486d792d44450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6044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f5cf8e51948f1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1458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34863eef943e2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12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9c08e572e47bd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964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4f3c89ade40b3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9281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ecd8349b24a2a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4422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810ea313c4301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7836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a0dc651984451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2679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185b92d824b4b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8161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aa569aa2d4058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90072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8bcf554ee4c73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0695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5768e8aad4ee9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4793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bf66756d148ff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912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ddd9e331b486c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41858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9493a1fe8413e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52222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af91084f345cc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8283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8bfb1fc8048ba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76850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356ee4f954c5d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9864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1ac69b3394d70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2540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df084c28347e4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01789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434ad87b24bce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70821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159dcc8874412"/>
          <a:stretch xmlns:a="http://schemas.openxmlformats.org/drawingml/2006/main"/>
        </p:blipFill>
        <p:spPr>
          <a:xfrm xmlns:a="http://schemas.openxmlformats.org/drawingml/2006/main">
            <a:off x="3196" y="0"/>
            <a:ext cx="1218560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6897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2026-07-15T11:37:02.4080000Z</dcterms:created>
  <dcterms:modified xsi:type="dcterms:W3CDTF">2026-07-15T11:37:02.4080000Z</dcterms:modified>
</coreProperties>
</file>